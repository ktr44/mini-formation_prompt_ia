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Limites tirées de ton support : variabilité des réponses, grille à tester avec des étudiants, format court de 15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de la formation</a:t>
            </a:r>
            <a:endParaRPr lang="en-US" sz="3400" dirty="0"/>
          </a:p>
        </p:txBody>
      </p:sp>
      <p:sp>
        <p:nvSpPr>
          <p:cNvPr id="3" name="Limite 1"/>
          <p:cNvSpPr/>
          <p:nvPr/>
        </p:nvSpPr>
        <p:spPr>
          <a:xfrm>
            <a:off x="457200" y="128016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4" name="Pastille 1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pic>
        <p:nvPicPr>
          <p:cNvPr id="5" name="Icône 1" descr="L'IA ne répond jamais par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6" name="Titre limite 1"/>
          <p:cNvSpPr txBox="1"/>
          <p:nvPr/>
        </p:nvSpPr>
        <p:spPr>
          <a:xfrm>
            <a:off x="68580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L'IA ne répond jamais pareil</a:t>
            </a:r>
            <a:endParaRPr lang="en-US" sz="1600" dirty="0"/>
          </a:p>
        </p:txBody>
      </p:sp>
      <p:sp>
        <p:nvSpPr>
          <p:cNvPr id="7" name="Texte limite 1"/>
          <p:cNvSpPr txBox="1"/>
          <p:nvPr/>
        </p:nvSpPr>
        <p:spPr>
          <a:xfrm>
            <a:off x="68580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Une même demande peut donner une réponse différente. Un prompt ajusté aide, mais ce n'est pas garanti à chaque fois.</a:t>
            </a:r>
            <a:endParaRPr lang="en-US" sz="1300" dirty="0"/>
          </a:p>
        </p:txBody>
      </p:sp>
      <p:sp>
        <p:nvSpPr>
          <p:cNvPr id="8" name="Limite 2"/>
          <p:cNvSpPr/>
          <p:nvPr/>
        </p:nvSpPr>
        <p:spPr>
          <a:xfrm>
            <a:off x="3246120" y="128016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9" name="Pastille 2"/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pic>
        <p:nvPicPr>
          <p:cNvPr id="10" name="Icône 2" descr="Pas encore testée sur un grou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45920"/>
            <a:ext cx="274320" cy="274320"/>
          </a:xfrm>
          <a:prstGeom prst="rect">
            <a:avLst/>
          </a:prstGeom>
        </p:spPr>
      </p:pic>
      <p:sp>
        <p:nvSpPr>
          <p:cNvPr id="11" name="Titre limite 2"/>
          <p:cNvSpPr txBox="1"/>
          <p:nvPr/>
        </p:nvSpPr>
        <p:spPr>
          <a:xfrm>
            <a:off x="347472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 encore testée sur un groupe</a:t>
            </a:r>
            <a:endParaRPr lang="en-US" sz="1600" dirty="0"/>
          </a:p>
        </p:txBody>
      </p:sp>
      <p:sp>
        <p:nvSpPr>
          <p:cNvPr id="12" name="Texte limite 2"/>
          <p:cNvSpPr txBox="1"/>
          <p:nvPr/>
        </p:nvSpPr>
        <p:spPr>
          <a:xfrm>
            <a:off x="347472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L'utilité de la grille de 4 cases reste à confirmer avec quelques étudiants avant publication.</a:t>
            </a:r>
            <a:endParaRPr lang="en-US" sz="1300" dirty="0"/>
          </a:p>
        </p:txBody>
      </p:sp>
      <p:sp>
        <p:nvSpPr>
          <p:cNvPr id="13" name="Limite 3"/>
          <p:cNvSpPr/>
          <p:nvPr/>
        </p:nvSpPr>
        <p:spPr>
          <a:xfrm>
            <a:off x="6035040" y="128016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14" name="Pastille 3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pic>
        <p:nvPicPr>
          <p:cNvPr id="15" name="Icône 3" descr="15 minutes, c'est cou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274320" cy="274320"/>
          </a:xfrm>
          <a:prstGeom prst="rect">
            <a:avLst/>
          </a:prstGeom>
        </p:spPr>
      </p:pic>
      <p:sp>
        <p:nvSpPr>
          <p:cNvPr id="16" name="Titre limite 3"/>
          <p:cNvSpPr txBox="1"/>
          <p:nvPr/>
        </p:nvSpPr>
        <p:spPr>
          <a:xfrm>
            <a:off x="626364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 minutes, c'est court</a:t>
            </a:r>
            <a:endParaRPr lang="en-US" sz="1600" dirty="0"/>
          </a:p>
        </p:txBody>
      </p:sp>
      <p:sp>
        <p:nvSpPr>
          <p:cNvPr id="17" name="Texte limite 3"/>
          <p:cNvSpPr txBox="1"/>
          <p:nvPr/>
        </p:nvSpPr>
        <p:spPr>
          <a:xfrm>
            <a:off x="626364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apprend à repérer, comparer et écrire. Les cas complexes ne sont pas traités.</a:t>
            </a:r>
            <a:endParaRPr lang="en-US" sz="1300" dirty="0"/>
          </a:p>
        </p:txBody>
      </p:sp>
      <p:sp>
        <p:nvSpPr>
          <p:cNvPr id="18" name="Bandeau réponse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Réponse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DB4EB"/>
                </a:solidFill>
              </a:rPr>
              <a:t>Ma réponse 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vérifier chaque réponse de l'IA et ajuster son prompt, c'est justement la méthode.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mpt Kit">
  <a:themeElements>
    <a:clrScheme name="Prompt Kit">
      <a:dk1>
        <a:srgbClr val="131D50"/>
      </a:dk1>
      <a:lt1>
        <a:srgbClr val="FFFFFF"/>
      </a:lt1>
      <a:dk2>
        <a:srgbClr val="4A4F7A"/>
      </a:dk2>
      <a:lt2>
        <a:srgbClr val="F3F1FF"/>
      </a:lt2>
      <a:accent1>
        <a:srgbClr val="6E60EF"/>
      </a:accent1>
      <a:accent2>
        <a:srgbClr val="269B84"/>
      </a:accent2>
      <a:accent3>
        <a:srgbClr val="E8803A"/>
      </a:accent3>
      <a:accent4>
        <a:srgbClr val="4A86E8"/>
      </a:accent4>
      <a:accent5>
        <a:srgbClr val="131D50"/>
      </a:accent5>
      <a:accent6>
        <a:srgbClr val="BDB4EB"/>
      </a:accent6>
      <a:hlink>
        <a:srgbClr val="6E60EF"/>
      </a:hlink>
      <a:folHlink>
        <a:srgbClr val="4A4F7A"/>
      </a:folHlink>
    </a:clrScheme>
    <a:fontScheme name="Prompt K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2026-10-29T11:07:47Z</dcterms:created>
  <dcterms:modified xsi:type="dcterms:W3CDTF">2026-10-29T11:07:47Z</dcterms:modified>
</cp:coreProperties>
</file>
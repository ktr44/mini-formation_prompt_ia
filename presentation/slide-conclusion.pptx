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en mode promesse : bénéfices concrets pour l'apprenant, tirés des 3 objectifs.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3" name="Accroche"/>
          <p:cNvSpPr txBox="1"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D7FA"/>
                </a:solidFill>
              </a:rPr>
              <a:t>Après 15 minutes, vous serez capable de…</a:t>
            </a:r>
            <a:endParaRPr lang="en-US" sz="2000" dirty="0"/>
          </a:p>
        </p:txBody>
      </p:sp>
      <p:sp>
        <p:nvSpPr>
          <p:cNvPr id="4" name="Bénéfice 1"/>
          <p:cNvSpPr/>
          <p:nvPr/>
        </p:nvSpPr>
        <p:spPr>
          <a:xfrm>
            <a:off x="548640" y="17830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2A3070"/>
          </a:solidFill>
          <a:ln w="12700">
            <a:solidFill>
              <a:srgbClr val="3C4390"/>
            </a:solidFill>
            <a:prstDash val="solid"/>
          </a:ln>
        </p:spPr>
      </p:sp>
      <p:sp>
        <p:nvSpPr>
          <p:cNvPr id="5" name="Pastille 1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6E60EF"/>
          </a:solidFill>
          <a:ln w="12700">
            <a:solidFill>
              <a:srgbClr val="6E60EF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e bénéfice 1"/>
          <p:cNvSpPr txBox="1"/>
          <p:nvPr/>
        </p:nvSpPr>
        <p:spPr>
          <a:xfrm>
            <a:off x="731520" y="246888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Poser votre demande clairement</a:t>
            </a:r>
            <a:endParaRPr lang="en-US" sz="17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DCD7FA"/>
                </a:solidFill>
              </a:rPr>
              <a:t>Rôle, contexte, tâche, format : l'IA comprend enfin ce que vous voulez.</a:t>
            </a:r>
            <a:endParaRPr lang="en-US" sz="1700" dirty="0"/>
          </a:p>
        </p:txBody>
      </p:sp>
      <p:sp>
        <p:nvSpPr>
          <p:cNvPr id="8" name="Bénéfice 2"/>
          <p:cNvSpPr/>
          <p:nvPr/>
        </p:nvSpPr>
        <p:spPr>
          <a:xfrm>
            <a:off x="3291840" y="17830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2A3070"/>
          </a:solidFill>
          <a:ln w="12700">
            <a:solidFill>
              <a:srgbClr val="3C4390"/>
            </a:solidFill>
            <a:prstDash val="solid"/>
          </a:ln>
        </p:spPr>
      </p:sp>
      <p:sp>
        <p:nvSpPr>
          <p:cNvPr id="9" name="Pastille 2"/>
          <p:cNvSpPr/>
          <p:nvPr/>
        </p:nvSpPr>
        <p:spPr>
          <a:xfrm>
            <a:off x="3474720" y="1920240"/>
            <a:ext cx="457200" cy="457200"/>
          </a:xfrm>
          <a:prstGeom prst="ellipse">
            <a:avLst/>
          </a:prstGeom>
          <a:solidFill>
            <a:srgbClr val="269B84"/>
          </a:solidFill>
          <a:ln w="12700">
            <a:solidFill>
              <a:srgbClr val="269B84"/>
            </a:solidFill>
            <a:prstDash val="solid"/>
          </a:ln>
        </p:spPr>
      </p:sp>
      <p:sp>
        <p:nvSpPr>
          <p:cNvPr id="10" name="Numéro 2"/>
          <p:cNvSpPr txBox="1"/>
          <p:nvPr/>
        </p:nvSpPr>
        <p:spPr>
          <a:xfrm>
            <a:off x="34747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e bénéfice 2"/>
          <p:cNvSpPr txBox="1"/>
          <p:nvPr/>
        </p:nvSpPr>
        <p:spPr>
          <a:xfrm>
            <a:off x="3474720" y="246888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Obtenir des réponses utiles</a:t>
            </a:r>
            <a:endParaRPr lang="en-US" sz="17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DCD7FA"/>
                </a:solidFill>
              </a:rPr>
              <a:t>Fini les réponses vagues ou à côté : vous savez pourquoi ça marche.</a:t>
            </a:r>
            <a:endParaRPr lang="en-US" sz="1700" dirty="0"/>
          </a:p>
        </p:txBody>
      </p:sp>
      <p:sp>
        <p:nvSpPr>
          <p:cNvPr id="12" name="Bénéfice 3"/>
          <p:cNvSpPr/>
          <p:nvPr/>
        </p:nvSpPr>
        <p:spPr>
          <a:xfrm>
            <a:off x="6035040" y="17830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2A3070"/>
          </a:solidFill>
          <a:ln w="12700">
            <a:solidFill>
              <a:srgbClr val="3C4390"/>
            </a:solidFill>
            <a:prstDash val="solid"/>
          </a:ln>
        </p:spPr>
      </p:sp>
      <p:sp>
        <p:nvSpPr>
          <p:cNvPr id="13" name="Pastille 3"/>
          <p:cNvSpPr/>
          <p:nvPr/>
        </p:nvSpPr>
        <p:spPr>
          <a:xfrm>
            <a:off x="6217920" y="1920240"/>
            <a:ext cx="457200" cy="457200"/>
          </a:xfrm>
          <a:prstGeom prst="ellipse">
            <a:avLst/>
          </a:prstGeom>
          <a:solidFill>
            <a:srgbClr val="E8803A"/>
          </a:solidFill>
          <a:ln w="12700">
            <a:solidFill>
              <a:srgbClr val="E8803A"/>
            </a:solidFill>
            <a:prstDash val="solid"/>
          </a:ln>
        </p:spPr>
      </p:sp>
      <p:sp>
        <p:nvSpPr>
          <p:cNvPr id="14" name="Numéro 3"/>
          <p:cNvSpPr txBox="1"/>
          <p:nvPr/>
        </p:nvSpPr>
        <p:spPr>
          <a:xfrm>
            <a:off x="62179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e bénéfice 3"/>
          <p:cNvSpPr txBox="1"/>
          <p:nvPr/>
        </p:nvSpPr>
        <p:spPr>
          <a:xfrm>
            <a:off x="6217920" y="246888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Corriger vous-même vos prompts</a:t>
            </a:r>
            <a:endParaRPr lang="en-US" sz="17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DCD7FA"/>
                </a:solidFill>
              </a:rPr>
              <a:t>Une réponse décevante ? Vous savez quel élément ajuster.</a:t>
            </a:r>
            <a:endParaRPr lang="en-US" sz="1700" dirty="0"/>
          </a:p>
        </p:txBody>
      </p:sp>
      <p:sp>
        <p:nvSpPr>
          <p:cNvPr id="16" name="Bandeau final"/>
          <p:cNvSpPr/>
          <p:nvPr/>
        </p:nvSpPr>
        <p:spPr>
          <a:xfrm>
            <a:off x="548640" y="4160520"/>
            <a:ext cx="8046720" cy="640080"/>
          </a:xfrm>
          <a:prstGeom prst="roundRect">
            <a:avLst>
              <a:gd name="adj" fmla="val 17143"/>
            </a:avLst>
          </a:prstGeom>
          <a:solidFill>
            <a:srgbClr val="6E60EF"/>
          </a:solidFill>
          <a:ln w="12700">
            <a:solidFill>
              <a:srgbClr val="6E60EF"/>
            </a:solidFill>
            <a:prstDash val="solid"/>
          </a:ln>
        </p:spPr>
      </p:sp>
      <p:sp>
        <p:nvSpPr>
          <p:cNvPr id="17" name="Phrase finale"/>
          <p:cNvSpPr txBox="1"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15 minutes pour que l'IA devienne vraiment utile à vos études.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mpt Kit">
  <a:themeElements>
    <a:clrScheme name="Prompt Kit">
      <a:dk1>
        <a:srgbClr val="131D50"/>
      </a:dk1>
      <a:lt1>
        <a:srgbClr val="FFFFFF"/>
      </a:lt1>
      <a:dk2>
        <a:srgbClr val="4A4F7A"/>
      </a:dk2>
      <a:lt2>
        <a:srgbClr val="F3F1FF"/>
      </a:lt2>
      <a:accent1>
        <a:srgbClr val="6E60EF"/>
      </a:accent1>
      <a:accent2>
        <a:srgbClr val="269B84"/>
      </a:accent2>
      <a:accent3>
        <a:srgbClr val="E8803A"/>
      </a:accent3>
      <a:accent4>
        <a:srgbClr val="4A86E8"/>
      </a:accent4>
      <a:accent5>
        <a:srgbClr val="131D50"/>
      </a:accent5>
      <a:accent6>
        <a:srgbClr val="BDB4EB"/>
      </a:accent6>
      <a:hlink>
        <a:srgbClr val="6E60EF"/>
      </a:hlink>
      <a:folHlink>
        <a:srgbClr val="4A4F7A"/>
      </a:folHlink>
    </a:clrScheme>
    <a:fontScheme name="Prompt Ki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2026-10-29T11:22:02Z</dcterms:created>
  <dcterms:modified xsi:type="dcterms:W3CDTF">2026-10-29T11:22:02Z</dcterms:modified>
</cp:coreProperties>
</file>